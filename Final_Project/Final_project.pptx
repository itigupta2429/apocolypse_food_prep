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2FC-8F61-3805-1698-23A3C113F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E26DB-E549-C9CE-5E7B-984A9C636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EED1-741C-33C1-BB49-10358043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9C933-012F-5983-0EB7-F2B84D19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BCE3-928F-D84A-6BA0-5F8D5C6F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16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2D5F-B87A-8263-654F-38A20DD0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76B88-2A1C-6614-2B0C-E950F5D1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C5BE-D65E-62F7-96B9-1152ADC6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C9783-B806-000C-7E7D-D67394F7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23B08-7008-50DF-94FC-6BC46EC0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52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D9B4-AA5C-10AA-E635-7BAE76DDA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58C49-24F2-DA47-15D3-3C9940757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C5503-16B7-1633-F41D-E34E1D45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0347F-226A-F92F-0E68-65C45BA21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0CE0C-0790-98F8-A7B8-3C6A8BB9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10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A3B5A-8008-335E-CEDB-1F51060F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A3DF3-8AF4-3425-8F55-C9D9B94A4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624E9-FEBF-D90B-58C8-E271E698A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7D653-14FD-2895-8880-C1E65E54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AA0FC-AF8A-DA33-4FDB-9B0EB4FD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55B45-5F77-2A93-A04E-BE4522C2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98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CCD4-A2A7-1126-5E9F-1AD534C5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02E7D-FA62-9F9E-DAD9-3FDF10422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80F6B-0FB9-AC34-BD6A-73CC94BE3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F434F-CD72-B399-CB7F-07FEA8166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3D4AF-6159-4589-8D90-FE3A367B1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9342B-A5BD-CC44-223B-830FA275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04E1E8-86BC-F9E2-0045-D4BE5B67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C4A006-11F3-3E83-9C53-2C8559A44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49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B923-0D94-94DC-86CD-74F7073D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3C67E-AF9A-7D26-4E25-E4ADE3B4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9214E-F334-7D7E-739C-C963B154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AF1D5-7ADA-1ACD-A0D1-9F7E9CD8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3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EF874-14EF-C66B-E376-3495FC58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66914-3C79-523E-5FDB-B9F4AD6F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D9F8-6CDD-06CB-975F-5B237670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02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9106-2BD0-85D8-5810-9F2DD511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2DB3-09B8-7C45-233D-CC28E3B3B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9D2C4-55FB-1512-597F-E1EE3765D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3A2C9-E6EB-4FDD-CAB0-9D2DB445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1CD26-AFE1-A1D2-52A3-E194AF76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7F646-6BA3-8A79-2E58-8F1ED568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79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5838-373B-78D8-B77D-11FE2AAE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4929C9-401B-FCFE-7367-576387577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54C29-F64E-2CD8-070B-1E90385EA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FC6EC-5B06-2CD8-FED5-A9D6F17E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58284-7470-B64A-714F-8B10862F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D0D10-27A6-BD4C-D31C-420192A2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47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B56B-2897-6717-9E4C-17CF0633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A787A-3A58-6F1A-6BB0-A542173D8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970B-4439-F895-0451-993A3090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26088-585D-A4B1-F1BD-AABC8673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F2FDA-02B4-41B5-3C8C-C3DC3124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04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A674F-2E6F-F3B7-D1EF-D3A17180F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8210D-27B4-5DD7-744C-C7B7D9556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6550C-59A8-BB2A-8C3E-093AEBEC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F8152-1509-DBD0-31EE-345E101C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575C7-E9E9-7FEC-D1B1-FE35ADB2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96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B766E-B298-3EF9-EE59-11EF42F8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BD12C-6167-D9AA-AF8B-F9ED1FE2D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C0727-24A3-9895-1F06-B2AF1DB84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A5D17-F6EA-4525-90D4-2E4C73788FF7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29F93-0F33-F5F6-24C3-75A8CF627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98504-45F3-DD7F-5D7E-B2BF7B1FF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59ADF-C6BB-4FF9-B3D7-EFB06E9D4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40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B1C58B-1BA5-B600-BD97-4E9FD1ECA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82" t="19657" r="17887" b="12714"/>
          <a:stretch>
            <a:fillRect/>
          </a:stretch>
        </p:blipFill>
        <p:spPr>
          <a:xfrm>
            <a:off x="114693" y="69635"/>
            <a:ext cx="11962613" cy="671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0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Shobhit Kapoor</dc:creator>
  <cp:lastModifiedBy>Shobhit Kapoor</cp:lastModifiedBy>
  <cp:revision>1</cp:revision>
  <dcterms:created xsi:type="dcterms:W3CDTF">2026-02-19T00:20:29Z</dcterms:created>
  <dcterms:modified xsi:type="dcterms:W3CDTF">2026-02-19T00:22:26Z</dcterms:modified>
</cp:coreProperties>
</file>